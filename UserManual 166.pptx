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  <p:sldMasterId id="2147483740" r:id="rId5"/>
  </p:sldMasterIdLst>
  <p:notesMasterIdLst>
    <p:notesMasterId r:id="rId21"/>
  </p:notesMasterIdLst>
  <p:handoutMasterIdLst>
    <p:handoutMasterId r:id="rId22"/>
  </p:handoutMasterIdLst>
  <p:sldIdLst>
    <p:sldId id="314" r:id="rId6"/>
    <p:sldId id="315" r:id="rId7"/>
    <p:sldId id="316" r:id="rId8"/>
    <p:sldId id="328" r:id="rId9"/>
    <p:sldId id="317" r:id="rId10"/>
    <p:sldId id="323" r:id="rId11"/>
    <p:sldId id="329" r:id="rId12"/>
    <p:sldId id="327" r:id="rId13"/>
    <p:sldId id="322" r:id="rId14"/>
    <p:sldId id="318" r:id="rId15"/>
    <p:sldId id="324" r:id="rId16"/>
    <p:sldId id="325" r:id="rId17"/>
    <p:sldId id="321" r:id="rId18"/>
    <p:sldId id="326" r:id="rId19"/>
    <p:sldId id="30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788656-F991-5414-7582-14E2C7D98A10}" v="1855" dt="2024-09-19T12:33:57.625"/>
    <p1510:client id="{DF75B9F5-1929-403C-A53E-47C4E8DEC07C}" v="2" dt="2024-09-20T05:53:00.4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173" y="-54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aahir Arnold" userId="S::arnmog014@myuct.ac.za::d8f3198a-bdbe-49ac-abdb-66724c627767" providerId="AD" clId="Web-{DF75B9F5-1929-403C-A53E-47C4E8DEC07C}"/>
    <pc:docChg chg="addSld delSld">
      <pc:chgData name="Qaahir Arnold" userId="S::arnmog014@myuct.ac.za::d8f3198a-bdbe-49ac-abdb-66724c627767" providerId="AD" clId="Web-{DF75B9F5-1929-403C-A53E-47C4E8DEC07C}" dt="2024-09-20T05:53:00.279" v="1"/>
      <pc:docMkLst>
        <pc:docMk/>
      </pc:docMkLst>
      <pc:sldChg chg="add del">
        <pc:chgData name="Qaahir Arnold" userId="S::arnmog014@myuct.ac.za::d8f3198a-bdbe-49ac-abdb-66724c627767" providerId="AD" clId="Web-{DF75B9F5-1929-403C-A53E-47C4E8DEC07C}" dt="2024-09-20T05:53:00.279" v="1"/>
        <pc:sldMkLst>
          <pc:docMk/>
          <pc:sldMk cId="717399812" sldId="324"/>
        </pc:sldMkLst>
      </pc:sldChg>
    </pc:docChg>
  </pc:docChgLst>
  <pc:docChgLst>
    <pc:chgData name="Uluthandolwethu Ntshweni" userId="S::ntsulu001@myuct.ac.za::2cdb41ba-eb21-452a-8046-c229ec4abe49" providerId="AD" clId="Web-{CA788656-F991-5414-7582-14E2C7D98A10}"/>
    <pc:docChg chg="addSld delSld modSld sldOrd addMainMaster delMainMaster">
      <pc:chgData name="Uluthandolwethu Ntshweni" userId="S::ntsulu001@myuct.ac.za::2cdb41ba-eb21-452a-8046-c229ec4abe49" providerId="AD" clId="Web-{CA788656-F991-5414-7582-14E2C7D98A10}" dt="2024-09-19T12:33:57.625" v="1304"/>
      <pc:docMkLst>
        <pc:docMk/>
      </pc:docMkLst>
      <pc:sldChg chg="modSp mod modClrScheme chgLayout">
        <pc:chgData name="Uluthandolwethu Ntshweni" userId="S::ntsulu001@myuct.ac.za::2cdb41ba-eb21-452a-8046-c229ec4abe49" providerId="AD" clId="Web-{CA788656-F991-5414-7582-14E2C7D98A10}" dt="2024-09-19T09:01:44.421" v="421"/>
        <pc:sldMkLst>
          <pc:docMk/>
          <pc:sldMk cId="769932640" sldId="309"/>
        </pc:sldMkLst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769932640" sldId="309"/>
            <ac:spMk id="7" creationId="{E82E216E-9EE0-9D3F-D692-083F575A3D04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769932640" sldId="309"/>
            <ac:spMk id="10" creationId="{1F398FDD-E639-CF6A-B875-443655F2B31B}"/>
          </ac:spMkLst>
        </pc:spChg>
      </pc:sldChg>
      <pc:sldChg chg="modSp mod modClrScheme chgLayout">
        <pc:chgData name="Uluthandolwethu Ntshweni" userId="S::ntsulu001@myuct.ac.za::2cdb41ba-eb21-452a-8046-c229ec4abe49" providerId="AD" clId="Web-{CA788656-F991-5414-7582-14E2C7D98A10}" dt="2024-09-19T09:01:44.421" v="421"/>
        <pc:sldMkLst>
          <pc:docMk/>
          <pc:sldMk cId="2945390068" sldId="314"/>
        </pc:sldMkLst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2945390068" sldId="314"/>
            <ac:spMk id="2" creationId="{35440D96-BFFB-05BD-30ED-0352500CD058}"/>
          </ac:spMkLst>
        </pc:spChg>
      </pc:sldChg>
      <pc:sldChg chg="modSp mod modClrScheme chgLayout">
        <pc:chgData name="Uluthandolwethu Ntshweni" userId="S::ntsulu001@myuct.ac.za::2cdb41ba-eb21-452a-8046-c229ec4abe49" providerId="AD" clId="Web-{CA788656-F991-5414-7582-14E2C7D98A10}" dt="2024-09-19T09:01:44.421" v="421"/>
        <pc:sldMkLst>
          <pc:docMk/>
          <pc:sldMk cId="542059410" sldId="315"/>
        </pc:sldMkLst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542059410" sldId="315"/>
            <ac:spMk id="2" creationId="{00255621-1D81-03E6-507B-CB20E070356A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542059410" sldId="315"/>
            <ac:spMk id="3" creationId="{3474D05E-8A36-8D9F-519E-DB514A69D886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542059410" sldId="315"/>
            <ac:spMk id="4" creationId="{B20C1E08-E337-110E-DB8E-41BA4A3341A1}"/>
          </ac:spMkLst>
        </pc:spChg>
      </pc:sldChg>
      <pc:sldChg chg="modSp mod modClrScheme chgLayout">
        <pc:chgData name="Uluthandolwethu Ntshweni" userId="S::ntsulu001@myuct.ac.za::2cdb41ba-eb21-452a-8046-c229ec4abe49" providerId="AD" clId="Web-{CA788656-F991-5414-7582-14E2C7D98A10}" dt="2024-09-19T12:24:27.007" v="1134" actId="20577"/>
        <pc:sldMkLst>
          <pc:docMk/>
          <pc:sldMk cId="4293742996" sldId="316"/>
        </pc:sldMkLst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4293742996" sldId="316"/>
            <ac:spMk id="2" creationId="{6A36FD5F-786B-1974-5F47-94CA02CFA6E5}"/>
          </ac:spMkLst>
        </pc:spChg>
        <pc:spChg chg="mod">
          <ac:chgData name="Uluthandolwethu Ntshweni" userId="S::ntsulu001@myuct.ac.za::2cdb41ba-eb21-452a-8046-c229ec4abe49" providerId="AD" clId="Web-{CA788656-F991-5414-7582-14E2C7D98A10}" dt="2024-09-19T12:24:27.007" v="1134" actId="20577"/>
          <ac:spMkLst>
            <pc:docMk/>
            <pc:sldMk cId="4293742996" sldId="316"/>
            <ac:spMk id="3" creationId="{6E075B1B-ED62-9A05-4CED-444E276741BB}"/>
          </ac:spMkLst>
        </pc:spChg>
        <pc:picChg chg="mod ord">
          <ac:chgData name="Uluthandolwethu Ntshweni" userId="S::ntsulu001@myuct.ac.za::2cdb41ba-eb21-452a-8046-c229ec4abe49" providerId="AD" clId="Web-{CA788656-F991-5414-7582-14E2C7D98A10}" dt="2024-09-19T09:01:44.421" v="421"/>
          <ac:picMkLst>
            <pc:docMk/>
            <pc:sldMk cId="4293742996" sldId="316"/>
            <ac:picMk id="6" creationId="{3001BA13-E7E6-6C9E-6D48-33B39B639214}"/>
          </ac:picMkLst>
        </pc:picChg>
      </pc:sldChg>
      <pc:sldChg chg="addSp delSp modSp mod modClrScheme chgLayout">
        <pc:chgData name="Uluthandolwethu Ntshweni" userId="S::ntsulu001@myuct.ac.za::2cdb41ba-eb21-452a-8046-c229ec4abe49" providerId="AD" clId="Web-{CA788656-F991-5414-7582-14E2C7D98A10}" dt="2024-09-19T12:20:39.207" v="1031" actId="20577"/>
        <pc:sldMkLst>
          <pc:docMk/>
          <pc:sldMk cId="56176599" sldId="317"/>
        </pc:sldMkLst>
        <pc:spChg chg="del">
          <ac:chgData name="Uluthandolwethu Ntshweni" userId="S::ntsulu001@myuct.ac.za::2cdb41ba-eb21-452a-8046-c229ec4abe49" providerId="AD" clId="Web-{CA788656-F991-5414-7582-14E2C7D98A10}" dt="2024-09-19T08:39:30.477" v="115"/>
          <ac:spMkLst>
            <pc:docMk/>
            <pc:sldMk cId="56176599" sldId="317"/>
            <ac:spMk id="3" creationId="{1966D0A2-3BD1-038C-55FE-C05BE5685772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12:20:39.207" v="1031" actId="20577"/>
          <ac:spMkLst>
            <pc:docMk/>
            <pc:sldMk cId="56176599" sldId="317"/>
            <ac:spMk id="7" creationId="{ADD59383-E6CD-CF57-B9CF-5820B1CECE61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56176599" sldId="317"/>
            <ac:spMk id="8" creationId="{8B672BC8-D7EC-066C-9025-5F29713D8495}"/>
          </ac:spMkLst>
        </pc:spChg>
        <pc:spChg chg="add 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56176599" sldId="317"/>
            <ac:spMk id="13" creationId="{60481AD4-2992-7EEE-E46D-A1A3C4D525DA}"/>
          </ac:spMkLst>
        </pc:spChg>
        <pc:picChg chg="add mod ord">
          <ac:chgData name="Uluthandolwethu Ntshweni" userId="S::ntsulu001@myuct.ac.za::2cdb41ba-eb21-452a-8046-c229ec4abe49" providerId="AD" clId="Web-{CA788656-F991-5414-7582-14E2C7D98A10}" dt="2024-09-19T09:01:44.421" v="421"/>
          <ac:picMkLst>
            <pc:docMk/>
            <pc:sldMk cId="56176599" sldId="317"/>
            <ac:picMk id="2" creationId="{C42DFEBC-AFF4-371B-0EB6-9563DE42F954}"/>
          </ac:picMkLst>
        </pc:picChg>
      </pc:sldChg>
      <pc:sldChg chg="addSp modSp mod modClrScheme chgLayout">
        <pc:chgData name="Uluthandolwethu Ntshweni" userId="S::ntsulu001@myuct.ac.za::2cdb41ba-eb21-452a-8046-c229ec4abe49" providerId="AD" clId="Web-{CA788656-F991-5414-7582-14E2C7D98A10}" dt="2024-09-19T09:39:44.009" v="1018" actId="20577"/>
        <pc:sldMkLst>
          <pc:docMk/>
          <pc:sldMk cId="412000632" sldId="318"/>
        </pc:sldMkLst>
        <pc:spChg chg="mod ord">
          <ac:chgData name="Uluthandolwethu Ntshweni" userId="S::ntsulu001@myuct.ac.za::2cdb41ba-eb21-452a-8046-c229ec4abe49" providerId="AD" clId="Web-{CA788656-F991-5414-7582-14E2C7D98A10}" dt="2024-09-19T09:39:44.009" v="1018" actId="20577"/>
          <ac:spMkLst>
            <pc:docMk/>
            <pc:sldMk cId="412000632" sldId="318"/>
            <ac:spMk id="2" creationId="{018E4F0B-A6EB-861C-1C34-CAA9BDE47858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8:27.584" v="472"/>
          <ac:spMkLst>
            <pc:docMk/>
            <pc:sldMk cId="412000632" sldId="318"/>
            <ac:spMk id="3" creationId="{59F97739-E0DF-24F3-7886-013A799A52C3}"/>
          </ac:spMkLst>
        </pc:spChg>
        <pc:spChg chg="mod ord modVis">
          <ac:chgData name="Uluthandolwethu Ntshweni" userId="S::ntsulu001@myuct.ac.za::2cdb41ba-eb21-452a-8046-c229ec4abe49" providerId="AD" clId="Web-{CA788656-F991-5414-7582-14E2C7D98A10}" dt="2024-09-19T09:08:27.584" v="472"/>
          <ac:spMkLst>
            <pc:docMk/>
            <pc:sldMk cId="412000632" sldId="318"/>
            <ac:spMk id="4" creationId="{6FE0D061-7327-A55C-AF6A-A95C24DD8B72}"/>
          </ac:spMkLst>
        </pc:spChg>
        <pc:picChg chg="add">
          <ac:chgData name="Uluthandolwethu Ntshweni" userId="S::ntsulu001@myuct.ac.za::2cdb41ba-eb21-452a-8046-c229ec4abe49" providerId="AD" clId="Web-{CA788656-F991-5414-7582-14E2C7D98A10}" dt="2024-09-19T09:08:27.584" v="472"/>
          <ac:picMkLst>
            <pc:docMk/>
            <pc:sldMk cId="412000632" sldId="318"/>
            <ac:picMk id="6" creationId="{0B488AD7-5062-CD5E-2D36-780838B55E21}"/>
          </ac:picMkLst>
        </pc:picChg>
      </pc:sldChg>
      <pc:sldChg chg="addSp modSp mod modClrScheme chgLayout">
        <pc:chgData name="Uluthandolwethu Ntshweni" userId="S::ntsulu001@myuct.ac.za::2cdb41ba-eb21-452a-8046-c229ec4abe49" providerId="AD" clId="Web-{CA788656-F991-5414-7582-14E2C7D98A10}" dt="2024-09-19T09:25:51.542" v="842" actId="14100"/>
        <pc:sldMkLst>
          <pc:docMk/>
          <pc:sldMk cId="569699605" sldId="321"/>
        </pc:sldMkLst>
        <pc:spChg chg="mod ord">
          <ac:chgData name="Uluthandolwethu Ntshweni" userId="S::ntsulu001@myuct.ac.za::2cdb41ba-eb21-452a-8046-c229ec4abe49" providerId="AD" clId="Web-{CA788656-F991-5414-7582-14E2C7D98A10}" dt="2024-09-19T09:24:06.572" v="829"/>
          <ac:spMkLst>
            <pc:docMk/>
            <pc:sldMk cId="569699605" sldId="321"/>
            <ac:spMk id="2" creationId="{6DBDB0AE-5ADD-1975-6BDD-38608925072A}"/>
          </ac:spMkLst>
        </pc:spChg>
        <pc:spChg chg="mod ord modVis">
          <ac:chgData name="Uluthandolwethu Ntshweni" userId="S::ntsulu001@myuct.ac.za::2cdb41ba-eb21-452a-8046-c229ec4abe49" providerId="AD" clId="Web-{CA788656-F991-5414-7582-14E2C7D98A10}" dt="2024-09-19T09:24:06.572" v="829"/>
          <ac:spMkLst>
            <pc:docMk/>
            <pc:sldMk cId="569699605" sldId="321"/>
            <ac:spMk id="5" creationId="{4D27E5DB-AFB6-9088-87C9-1F671C0B0330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25:51.542" v="842" actId="14100"/>
          <ac:spMkLst>
            <pc:docMk/>
            <pc:sldMk cId="569699605" sldId="321"/>
            <ac:spMk id="7" creationId="{D462FE52-846C-831E-29A3-9194AFFAD31F}"/>
          </ac:spMkLst>
        </pc:spChg>
        <pc:picChg chg="add">
          <ac:chgData name="Uluthandolwethu Ntshweni" userId="S::ntsulu001@myuct.ac.za::2cdb41ba-eb21-452a-8046-c229ec4abe49" providerId="AD" clId="Web-{CA788656-F991-5414-7582-14E2C7D98A10}" dt="2024-09-19T09:24:06.572" v="829"/>
          <ac:picMkLst>
            <pc:docMk/>
            <pc:sldMk cId="569699605" sldId="321"/>
            <ac:picMk id="10" creationId="{F76E1A40-8365-C0F0-C460-B466A256F024}"/>
          </ac:picMkLst>
        </pc:picChg>
      </pc:sldChg>
      <pc:sldChg chg="addSp delSp modSp mod modClrScheme chgLayout">
        <pc:chgData name="Uluthandolwethu Ntshweni" userId="S::ntsulu001@myuct.ac.za::2cdb41ba-eb21-452a-8046-c229ec4abe49" providerId="AD" clId="Web-{CA788656-F991-5414-7582-14E2C7D98A10}" dt="2024-09-19T09:38:16.820" v="1011" actId="20577"/>
        <pc:sldMkLst>
          <pc:docMk/>
          <pc:sldMk cId="1933427916" sldId="322"/>
        </pc:sldMkLst>
        <pc:spChg chg="mod ord">
          <ac:chgData name="Uluthandolwethu Ntshweni" userId="S::ntsulu001@myuct.ac.za::2cdb41ba-eb21-452a-8046-c229ec4abe49" providerId="AD" clId="Web-{CA788656-F991-5414-7582-14E2C7D98A10}" dt="2024-09-19T09:38:16.820" v="1011" actId="20577"/>
          <ac:spMkLst>
            <pc:docMk/>
            <pc:sldMk cId="1933427916" sldId="322"/>
            <ac:spMk id="2" creationId="{C7D97C22-53B8-8A84-57A1-B785D8DC65F2}"/>
          </ac:spMkLst>
        </pc:spChg>
        <pc:spChg chg="del">
          <ac:chgData name="Uluthandolwethu Ntshweni" userId="S::ntsulu001@myuct.ac.za::2cdb41ba-eb21-452a-8046-c229ec4abe49" providerId="AD" clId="Web-{CA788656-F991-5414-7582-14E2C7D98A10}" dt="2024-09-19T08:44:57.795" v="173"/>
          <ac:spMkLst>
            <pc:docMk/>
            <pc:sldMk cId="1933427916" sldId="322"/>
            <ac:spMk id="3" creationId="{0049BA11-90A2-1355-C980-F1A2219C7599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1933427916" sldId="322"/>
            <ac:spMk id="4" creationId="{890B4DA5-E1B8-ACE8-F5FC-78E5D6732E46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8:55:39.040" v="374" actId="20577"/>
          <ac:spMkLst>
            <pc:docMk/>
            <pc:sldMk cId="1933427916" sldId="322"/>
            <ac:spMk id="6" creationId="{1A71BFA6-2860-BC71-6484-F4C28AEBD65C}"/>
          </ac:spMkLst>
        </pc:spChg>
        <pc:picChg chg="add mod">
          <ac:chgData name="Uluthandolwethu Ntshweni" userId="S::ntsulu001@myuct.ac.za::2cdb41ba-eb21-452a-8046-c229ec4abe49" providerId="AD" clId="Web-{CA788656-F991-5414-7582-14E2C7D98A10}" dt="2024-09-19T08:50:05.206" v="232" actId="14100"/>
          <ac:picMkLst>
            <pc:docMk/>
            <pc:sldMk cId="1933427916" sldId="322"/>
            <ac:picMk id="5" creationId="{3A7A57EA-C09E-B2A8-2F30-9DF6009AD67D}"/>
          </ac:picMkLst>
        </pc:picChg>
        <pc:picChg chg="add mod modCrop">
          <ac:chgData name="Uluthandolwethu Ntshweni" userId="S::ntsulu001@myuct.ac.za::2cdb41ba-eb21-452a-8046-c229ec4abe49" providerId="AD" clId="Web-{CA788656-F991-5414-7582-14E2C7D98A10}" dt="2024-09-19T08:51:04.957" v="239" actId="14100"/>
          <ac:picMkLst>
            <pc:docMk/>
            <pc:sldMk cId="1933427916" sldId="322"/>
            <ac:picMk id="7" creationId="{C228E86F-4AAD-1577-C6AC-3494F26D1AFE}"/>
          </ac:picMkLst>
        </pc:picChg>
      </pc:sldChg>
      <pc:sldChg chg="addSp delSp modSp mod ord modClrScheme chgLayout">
        <pc:chgData name="Uluthandolwethu Ntshweni" userId="S::ntsulu001@myuct.ac.za::2cdb41ba-eb21-452a-8046-c229ec4abe49" providerId="AD" clId="Web-{CA788656-F991-5414-7582-14E2C7D98A10}" dt="2024-09-19T09:01:44.421" v="421"/>
        <pc:sldMkLst>
          <pc:docMk/>
          <pc:sldMk cId="2720434423" sldId="323"/>
        </pc:sldMkLst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2720434423" sldId="323"/>
            <ac:spMk id="2" creationId="{7735625B-D926-D805-4F35-D36D7EDE761E}"/>
          </ac:spMkLst>
        </pc:spChg>
        <pc:spChg chg="add del">
          <ac:chgData name="Uluthandolwethu Ntshweni" userId="S::ntsulu001@myuct.ac.za::2cdb41ba-eb21-452a-8046-c229ec4abe49" providerId="AD" clId="Web-{CA788656-F991-5414-7582-14E2C7D98A10}" dt="2024-09-19T08:43:02.730" v="130"/>
          <ac:spMkLst>
            <pc:docMk/>
            <pc:sldMk cId="2720434423" sldId="323"/>
            <ac:spMk id="3" creationId="{9D95D5CC-2CA9-D5DE-331A-53949DE1DE77}"/>
          </ac:spMkLst>
        </pc:spChg>
        <pc:spChg chg="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2720434423" sldId="323"/>
            <ac:spMk id="4" creationId="{A5F61479-2C4C-AC62-A8C9-4F5BF07A9EEB}"/>
          </ac:spMkLst>
        </pc:spChg>
        <pc:spChg chg="add mod ord">
          <ac:chgData name="Uluthandolwethu Ntshweni" userId="S::ntsulu001@myuct.ac.za::2cdb41ba-eb21-452a-8046-c229ec4abe49" providerId="AD" clId="Web-{CA788656-F991-5414-7582-14E2C7D98A10}" dt="2024-09-19T09:01:44.421" v="421"/>
          <ac:spMkLst>
            <pc:docMk/>
            <pc:sldMk cId="2720434423" sldId="323"/>
            <ac:spMk id="11" creationId="{09108B44-F4DD-9AAA-2850-315253C0D72E}"/>
          </ac:spMkLst>
        </pc:spChg>
        <pc:picChg chg="add del mod ord">
          <ac:chgData name="Uluthandolwethu Ntshweni" userId="S::ntsulu001@myuct.ac.za::2cdb41ba-eb21-452a-8046-c229ec4abe49" providerId="AD" clId="Web-{CA788656-F991-5414-7582-14E2C7D98A10}" dt="2024-09-19T08:42:54.261" v="129"/>
          <ac:picMkLst>
            <pc:docMk/>
            <pc:sldMk cId="2720434423" sldId="323"/>
            <ac:picMk id="5" creationId="{7C0D61E3-34A8-942F-99CA-5070EC03F254}"/>
          </ac:picMkLst>
        </pc:picChg>
        <pc:picChg chg="add mod">
          <ac:chgData name="Uluthandolwethu Ntshweni" userId="S::ntsulu001@myuct.ac.za::2cdb41ba-eb21-452a-8046-c229ec4abe49" providerId="AD" clId="Web-{CA788656-F991-5414-7582-14E2C7D98A10}" dt="2024-09-19T08:43:22.746" v="134"/>
          <ac:picMkLst>
            <pc:docMk/>
            <pc:sldMk cId="2720434423" sldId="323"/>
            <ac:picMk id="6" creationId="{7EDE03F8-2CDE-9723-DF32-8B345FC96BEC}"/>
          </ac:picMkLst>
        </pc:picChg>
      </pc:sldChg>
      <pc:sldChg chg="addSp delSp modSp new">
        <pc:chgData name="Uluthandolwethu Ntshweni" userId="S::ntsulu001@myuct.ac.za::2cdb41ba-eb21-452a-8046-c229ec4abe49" providerId="AD" clId="Web-{CA788656-F991-5414-7582-14E2C7D98A10}" dt="2024-09-19T09:17:57.249" v="745" actId="1076"/>
        <pc:sldMkLst>
          <pc:docMk/>
          <pc:sldMk cId="717399812" sldId="324"/>
        </pc:sldMkLst>
        <pc:spChg chg="mod">
          <ac:chgData name="Uluthandolwethu Ntshweni" userId="S::ntsulu001@myuct.ac.za::2cdb41ba-eb21-452a-8046-c229ec4abe49" providerId="AD" clId="Web-{CA788656-F991-5414-7582-14E2C7D98A10}" dt="2024-09-19T09:03:09.735" v="451" actId="1076"/>
          <ac:spMkLst>
            <pc:docMk/>
            <pc:sldMk cId="717399812" sldId="324"/>
            <ac:spMk id="2" creationId="{29F8D161-2585-A921-AF3C-C65EB4290E38}"/>
          </ac:spMkLst>
        </pc:spChg>
        <pc:spChg chg="del mod">
          <ac:chgData name="Uluthandolwethu Ntshweni" userId="S::ntsulu001@myuct.ac.za::2cdb41ba-eb21-452a-8046-c229ec4abe49" providerId="AD" clId="Web-{CA788656-F991-5414-7582-14E2C7D98A10}" dt="2024-09-19T09:03:40.204" v="453"/>
          <ac:spMkLst>
            <pc:docMk/>
            <pc:sldMk cId="717399812" sldId="324"/>
            <ac:spMk id="3" creationId="{9249B1BB-2E65-AD4F-D06B-EACDA56AD9E0}"/>
          </ac:spMkLst>
        </pc:spChg>
        <pc:spChg chg="add del mod">
          <ac:chgData name="Uluthandolwethu Ntshweni" userId="S::ntsulu001@myuct.ac.za::2cdb41ba-eb21-452a-8046-c229ec4abe49" providerId="AD" clId="Web-{CA788656-F991-5414-7582-14E2C7D98A10}" dt="2024-09-19T09:04:23.876" v="456"/>
          <ac:spMkLst>
            <pc:docMk/>
            <pc:sldMk cId="717399812" sldId="324"/>
            <ac:spMk id="7" creationId="{78CE7141-7FA6-171D-E2F3-91777E2E21DB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17:17.827" v="719" actId="14100"/>
          <ac:spMkLst>
            <pc:docMk/>
            <pc:sldMk cId="717399812" sldId="324"/>
            <ac:spMk id="10" creationId="{7DD93AB1-3FD3-31DC-C21B-8566159AD37D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17:49.655" v="744" actId="20577"/>
          <ac:spMkLst>
            <pc:docMk/>
            <pc:sldMk cId="717399812" sldId="324"/>
            <ac:spMk id="11" creationId="{67B7AE92-F3E1-3A19-3443-AC2BBE78C437}"/>
          </ac:spMkLst>
        </pc:spChg>
        <pc:spChg chg="add del mod">
          <ac:chgData name="Uluthandolwethu Ntshweni" userId="S::ntsulu001@myuct.ac.za::2cdb41ba-eb21-452a-8046-c229ec4abe49" providerId="AD" clId="Web-{CA788656-F991-5414-7582-14E2C7D98A10}" dt="2024-09-19T09:10:58.305" v="521"/>
          <ac:spMkLst>
            <pc:docMk/>
            <pc:sldMk cId="717399812" sldId="324"/>
            <ac:spMk id="13" creationId="{3DE0335E-CBCF-8957-BA6A-8C502AA77E82}"/>
          </ac:spMkLst>
        </pc:spChg>
        <pc:picChg chg="add del mod ord">
          <ac:chgData name="Uluthandolwethu Ntshweni" userId="S::ntsulu001@myuct.ac.za::2cdb41ba-eb21-452a-8046-c229ec4abe49" providerId="AD" clId="Web-{CA788656-F991-5414-7582-14E2C7D98A10}" dt="2024-09-19T09:03:56.657" v="455"/>
          <ac:picMkLst>
            <pc:docMk/>
            <pc:sldMk cId="717399812" sldId="324"/>
            <ac:picMk id="5" creationId="{A9B2257E-FD07-DA57-289C-1421421A0A63}"/>
          </ac:picMkLst>
        </pc:picChg>
        <pc:picChg chg="add del mod ord">
          <ac:chgData name="Uluthandolwethu Ntshweni" userId="S::ntsulu001@myuct.ac.za::2cdb41ba-eb21-452a-8046-c229ec4abe49" providerId="AD" clId="Web-{CA788656-F991-5414-7582-14E2C7D98A10}" dt="2024-09-19T09:10:51.414" v="519"/>
          <ac:picMkLst>
            <pc:docMk/>
            <pc:sldMk cId="717399812" sldId="324"/>
            <ac:picMk id="8" creationId="{A5EA8721-7323-127B-6EC6-7D19B79A3925}"/>
          </ac:picMkLst>
        </pc:picChg>
        <pc:picChg chg="add mod">
          <ac:chgData name="Uluthandolwethu Ntshweni" userId="S::ntsulu001@myuct.ac.za::2cdb41ba-eb21-452a-8046-c229ec4abe49" providerId="AD" clId="Web-{CA788656-F991-5414-7582-14E2C7D98A10}" dt="2024-09-19T09:10:54.117" v="520" actId="1076"/>
          <ac:picMkLst>
            <pc:docMk/>
            <pc:sldMk cId="717399812" sldId="324"/>
            <ac:picMk id="9" creationId="{75541F92-74CC-FABA-39AA-E35162CC3EAC}"/>
          </ac:picMkLst>
        </pc:picChg>
        <pc:picChg chg="add del mod">
          <ac:chgData name="Uluthandolwethu Ntshweni" userId="S::ntsulu001@myuct.ac.za::2cdb41ba-eb21-452a-8046-c229ec4abe49" providerId="AD" clId="Web-{CA788656-F991-5414-7582-14E2C7D98A10}" dt="2024-09-19T09:15:09.653" v="635"/>
          <ac:picMkLst>
            <pc:docMk/>
            <pc:sldMk cId="717399812" sldId="324"/>
            <ac:picMk id="14" creationId="{0A1046A7-D8E0-52DC-6F2A-254D1C48924A}"/>
          </ac:picMkLst>
        </pc:picChg>
        <pc:picChg chg="add mod">
          <ac:chgData name="Uluthandolwethu Ntshweni" userId="S::ntsulu001@myuct.ac.za::2cdb41ba-eb21-452a-8046-c229ec4abe49" providerId="AD" clId="Web-{CA788656-F991-5414-7582-14E2C7D98A10}" dt="2024-09-19T09:17:57.249" v="745" actId="1076"/>
          <ac:picMkLst>
            <pc:docMk/>
            <pc:sldMk cId="717399812" sldId="324"/>
            <ac:picMk id="15" creationId="{7E4FA83D-C85C-DF80-0178-B6F98B7C44AF}"/>
          </ac:picMkLst>
        </pc:picChg>
      </pc:sldChg>
      <pc:sldChg chg="addSp delSp modSp new">
        <pc:chgData name="Uluthandolwethu Ntshweni" userId="S::ntsulu001@myuct.ac.za::2cdb41ba-eb21-452a-8046-c229ec4abe49" providerId="AD" clId="Web-{CA788656-F991-5414-7582-14E2C7D98A10}" dt="2024-09-19T09:23:10.649" v="828" actId="20577"/>
        <pc:sldMkLst>
          <pc:docMk/>
          <pc:sldMk cId="1248817359" sldId="325"/>
        </pc:sldMkLst>
        <pc:spChg chg="mod">
          <ac:chgData name="Uluthandolwethu Ntshweni" userId="S::ntsulu001@myuct.ac.za::2cdb41ba-eb21-452a-8046-c229ec4abe49" providerId="AD" clId="Web-{CA788656-F991-5414-7582-14E2C7D98A10}" dt="2024-09-19T09:18:45.969" v="747" actId="14100"/>
          <ac:spMkLst>
            <pc:docMk/>
            <pc:sldMk cId="1248817359" sldId="325"/>
            <ac:spMk id="2" creationId="{2FF88219-C6A4-A79C-E035-5CFEE86F88FC}"/>
          </ac:spMkLst>
        </pc:spChg>
        <pc:spChg chg="del mod">
          <ac:chgData name="Uluthandolwethu Ntshweni" userId="S::ntsulu001@myuct.ac.za::2cdb41ba-eb21-452a-8046-c229ec4abe49" providerId="AD" clId="Web-{CA788656-F991-5414-7582-14E2C7D98A10}" dt="2024-09-19T09:19:31.048" v="748"/>
          <ac:spMkLst>
            <pc:docMk/>
            <pc:sldMk cId="1248817359" sldId="325"/>
            <ac:spMk id="3" creationId="{891E5F40-6A08-0682-DC48-8815FC5B0C86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22:59.086" v="825" actId="20577"/>
          <ac:spMkLst>
            <pc:docMk/>
            <pc:sldMk cId="1248817359" sldId="325"/>
            <ac:spMk id="7" creationId="{4E19F9CA-7AAB-FF2E-90CA-7370ED32BD41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23:10.649" v="828" actId="20577"/>
          <ac:spMkLst>
            <pc:docMk/>
            <pc:sldMk cId="1248817359" sldId="325"/>
            <ac:spMk id="8" creationId="{B8FBC90A-9349-B56F-1D02-54726880ABD6}"/>
          </ac:spMkLst>
        </pc:spChg>
        <pc:picChg chg="add mod ord">
          <ac:chgData name="Uluthandolwethu Ntshweni" userId="S::ntsulu001@myuct.ac.za::2cdb41ba-eb21-452a-8046-c229ec4abe49" providerId="AD" clId="Web-{CA788656-F991-5414-7582-14E2C7D98A10}" dt="2024-09-19T09:20:41.631" v="758" actId="14100"/>
          <ac:picMkLst>
            <pc:docMk/>
            <pc:sldMk cId="1248817359" sldId="325"/>
            <ac:picMk id="5" creationId="{3654CC48-D70D-F0DB-A5DB-FCCAC183E38D}"/>
          </ac:picMkLst>
        </pc:picChg>
        <pc:picChg chg="add mod">
          <ac:chgData name="Uluthandolwethu Ntshweni" userId="S::ntsulu001@myuct.ac.za::2cdb41ba-eb21-452a-8046-c229ec4abe49" providerId="AD" clId="Web-{CA788656-F991-5414-7582-14E2C7D98A10}" dt="2024-09-19T09:20:33.959" v="757" actId="1076"/>
          <ac:picMkLst>
            <pc:docMk/>
            <pc:sldMk cId="1248817359" sldId="325"/>
            <ac:picMk id="6" creationId="{32F58ED8-BCEE-6B4E-28DC-07DEBC9A7411}"/>
          </ac:picMkLst>
        </pc:picChg>
      </pc:sldChg>
      <pc:sldChg chg="addSp delSp modSp new mod modClrScheme chgLayout">
        <pc:chgData name="Uluthandolwethu Ntshweni" userId="S::ntsulu001@myuct.ac.za::2cdb41ba-eb21-452a-8046-c229ec4abe49" providerId="AD" clId="Web-{CA788656-F991-5414-7582-14E2C7D98A10}" dt="2024-09-19T09:29:59.562" v="901" actId="1076"/>
        <pc:sldMkLst>
          <pc:docMk/>
          <pc:sldMk cId="2946667297" sldId="326"/>
        </pc:sldMkLst>
        <pc:spChg chg="del">
          <ac:chgData name="Uluthandolwethu Ntshweni" userId="S::ntsulu001@myuct.ac.za::2cdb41ba-eb21-452a-8046-c229ec4abe49" providerId="AD" clId="Web-{CA788656-F991-5414-7582-14E2C7D98A10}" dt="2024-09-19T09:24:30.088" v="831"/>
          <ac:spMkLst>
            <pc:docMk/>
            <pc:sldMk cId="2946667297" sldId="326"/>
            <ac:spMk id="2" creationId="{EF27E0DE-6B40-DFF6-2666-6EC3BA18F15D}"/>
          </ac:spMkLst>
        </pc:spChg>
        <pc:spChg chg="del">
          <ac:chgData name="Uluthandolwethu Ntshweni" userId="S::ntsulu001@myuct.ac.za::2cdb41ba-eb21-452a-8046-c229ec4abe49" providerId="AD" clId="Web-{CA788656-F991-5414-7582-14E2C7D98A10}" dt="2024-09-19T09:24:30.088" v="831"/>
          <ac:spMkLst>
            <pc:docMk/>
            <pc:sldMk cId="2946667297" sldId="326"/>
            <ac:spMk id="3" creationId="{7464CD42-BEC5-5806-C8C1-853043D9A4C7}"/>
          </ac:spMkLst>
        </pc:spChg>
        <pc:spChg chg="del">
          <ac:chgData name="Uluthandolwethu Ntshweni" userId="S::ntsulu001@myuct.ac.za::2cdb41ba-eb21-452a-8046-c229ec4abe49" providerId="AD" clId="Web-{CA788656-F991-5414-7582-14E2C7D98A10}" dt="2024-09-19T09:24:30.088" v="831"/>
          <ac:spMkLst>
            <pc:docMk/>
            <pc:sldMk cId="2946667297" sldId="326"/>
            <ac:spMk id="4" creationId="{417B9AA1-C07C-C6E3-C0DC-AD9172308E6E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29:50.140" v="898" actId="1076"/>
          <ac:spMkLst>
            <pc:docMk/>
            <pc:sldMk cId="2946667297" sldId="326"/>
            <ac:spMk id="7" creationId="{302419E2-5293-661A-2F5A-C59FE816F632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25:30.917" v="838" actId="14100"/>
          <ac:spMkLst>
            <pc:docMk/>
            <pc:sldMk cId="2946667297" sldId="326"/>
            <ac:spMk id="9" creationId="{22DA4D4A-42D2-E089-FE13-2505CBD27E74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29:59.562" v="901" actId="1076"/>
          <ac:spMkLst>
            <pc:docMk/>
            <pc:sldMk cId="2946667297" sldId="326"/>
            <ac:spMk id="11" creationId="{1206DD2F-7F74-8D04-49C7-5236A9F72B1C}"/>
          </ac:spMkLst>
        </pc:spChg>
        <pc:spChg chg="add del mod">
          <ac:chgData name="Uluthandolwethu Ntshweni" userId="S::ntsulu001@myuct.ac.za::2cdb41ba-eb21-452a-8046-c229ec4abe49" providerId="AD" clId="Web-{CA788656-F991-5414-7582-14E2C7D98A10}" dt="2024-09-19T09:25:35.995" v="839"/>
          <ac:spMkLst>
            <pc:docMk/>
            <pc:sldMk cId="2946667297" sldId="326"/>
            <ac:spMk id="13" creationId="{9FAE08EA-C9FD-6525-5BF2-2D08D15A7525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24:30.088" v="831"/>
          <ac:spMkLst>
            <pc:docMk/>
            <pc:sldMk cId="2946667297" sldId="326"/>
            <ac:spMk id="15" creationId="{72D3D4C2-B141-E57B-78C9-C0B2802FCE2C}"/>
          </ac:spMkLst>
        </pc:spChg>
        <pc:picChg chg="add mod">
          <ac:chgData name="Uluthandolwethu Ntshweni" userId="S::ntsulu001@myuct.ac.za::2cdb41ba-eb21-452a-8046-c229ec4abe49" providerId="AD" clId="Web-{CA788656-F991-5414-7582-14E2C7D98A10}" dt="2024-09-19T09:29:56.952" v="900" actId="1076"/>
          <ac:picMkLst>
            <pc:docMk/>
            <pc:sldMk cId="2946667297" sldId="326"/>
            <ac:picMk id="5" creationId="{F2F7B573-0E72-E771-485F-08E7C1D2D9B0}"/>
          </ac:picMkLst>
        </pc:picChg>
        <pc:picChg chg="add mod">
          <ac:chgData name="Uluthandolwethu Ntshweni" userId="S::ntsulu001@myuct.ac.za::2cdb41ba-eb21-452a-8046-c229ec4abe49" providerId="AD" clId="Web-{CA788656-F991-5414-7582-14E2C7D98A10}" dt="2024-09-19T09:29:43.718" v="897" actId="1076"/>
          <ac:picMkLst>
            <pc:docMk/>
            <pc:sldMk cId="2946667297" sldId="326"/>
            <ac:picMk id="6" creationId="{E3BDCF88-6159-2CBE-BA16-7298C441D5B9}"/>
          </ac:picMkLst>
        </pc:picChg>
      </pc:sldChg>
      <pc:sldChg chg="new del">
        <pc:chgData name="Uluthandolwethu Ntshweni" userId="S::ntsulu001@myuct.ac.za::2cdb41ba-eb21-452a-8046-c229ec4abe49" providerId="AD" clId="Web-{CA788656-F991-5414-7582-14E2C7D98A10}" dt="2024-09-19T09:28:02.638" v="871"/>
        <pc:sldMkLst>
          <pc:docMk/>
          <pc:sldMk cId="373431658" sldId="327"/>
        </pc:sldMkLst>
      </pc:sldChg>
      <pc:sldChg chg="new del">
        <pc:chgData name="Uluthandolwethu Ntshweni" userId="S::ntsulu001@myuct.ac.za::2cdb41ba-eb21-452a-8046-c229ec4abe49" providerId="AD" clId="Web-{CA788656-F991-5414-7582-14E2C7D98A10}" dt="2024-09-19T09:31:35.032" v="916"/>
        <pc:sldMkLst>
          <pc:docMk/>
          <pc:sldMk cId="2996866005" sldId="327"/>
        </pc:sldMkLst>
      </pc:sldChg>
      <pc:sldChg chg="addSp delSp modSp new ord">
        <pc:chgData name="Uluthandolwethu Ntshweni" userId="S::ntsulu001@myuct.ac.za::2cdb41ba-eb21-452a-8046-c229ec4abe49" providerId="AD" clId="Web-{CA788656-F991-5414-7582-14E2C7D98A10}" dt="2024-09-19T09:37:36.319" v="1003" actId="20577"/>
        <pc:sldMkLst>
          <pc:docMk/>
          <pc:sldMk cId="3648020784" sldId="327"/>
        </pc:sldMkLst>
        <pc:spChg chg="mod">
          <ac:chgData name="Uluthandolwethu Ntshweni" userId="S::ntsulu001@myuct.ac.za::2cdb41ba-eb21-452a-8046-c229ec4abe49" providerId="AD" clId="Web-{CA788656-F991-5414-7582-14E2C7D98A10}" dt="2024-09-19T09:33:55.066" v="979"/>
          <ac:spMkLst>
            <pc:docMk/>
            <pc:sldMk cId="3648020784" sldId="327"/>
            <ac:spMk id="2" creationId="{FC10311F-76AE-EE01-D382-F1916619ED61}"/>
          </ac:spMkLst>
        </pc:spChg>
        <pc:spChg chg="del">
          <ac:chgData name="Uluthandolwethu Ntshweni" userId="S::ntsulu001@myuct.ac.za::2cdb41ba-eb21-452a-8046-c229ec4abe49" providerId="AD" clId="Web-{CA788656-F991-5414-7582-14E2C7D98A10}" dt="2024-09-19T09:33:55.066" v="979"/>
          <ac:spMkLst>
            <pc:docMk/>
            <pc:sldMk cId="3648020784" sldId="327"/>
            <ac:spMk id="3" creationId="{A11CBC6E-7E34-902A-B0E0-F80618E05DFB}"/>
          </ac:spMkLst>
        </pc:spChg>
        <pc:spChg chg="mod">
          <ac:chgData name="Uluthandolwethu Ntshweni" userId="S::ntsulu001@myuct.ac.za::2cdb41ba-eb21-452a-8046-c229ec4abe49" providerId="AD" clId="Web-{CA788656-F991-5414-7582-14E2C7D98A10}" dt="2024-09-19T09:37:36.319" v="1003" actId="20577"/>
          <ac:spMkLst>
            <pc:docMk/>
            <pc:sldMk cId="3648020784" sldId="327"/>
            <ac:spMk id="4" creationId="{D3344414-6CD6-77FC-51C6-60B178215C78}"/>
          </ac:spMkLst>
        </pc:spChg>
        <pc:spChg chg="add del mod">
          <ac:chgData name="Uluthandolwethu Ntshweni" userId="S::ntsulu001@myuct.ac.za::2cdb41ba-eb21-452a-8046-c229ec4abe49" providerId="AD" clId="Web-{CA788656-F991-5414-7582-14E2C7D98A10}" dt="2024-09-19T09:34:42.379" v="984"/>
          <ac:spMkLst>
            <pc:docMk/>
            <pc:sldMk cId="3648020784" sldId="327"/>
            <ac:spMk id="7" creationId="{F9DA92EA-334A-A763-1062-11E2F84C8401}"/>
          </ac:spMkLst>
        </pc:spChg>
        <pc:spChg chg="add del mod">
          <ac:chgData name="Uluthandolwethu Ntshweni" userId="S::ntsulu001@myuct.ac.za::2cdb41ba-eb21-452a-8046-c229ec4abe49" providerId="AD" clId="Web-{CA788656-F991-5414-7582-14E2C7D98A10}" dt="2024-09-19T09:35:41.677" v="992"/>
          <ac:spMkLst>
            <pc:docMk/>
            <pc:sldMk cId="3648020784" sldId="327"/>
            <ac:spMk id="10" creationId="{10772FEE-CD44-7F83-76E8-7F7A317D7C7A}"/>
          </ac:spMkLst>
        </pc:spChg>
        <pc:spChg chg="add mod">
          <ac:chgData name="Uluthandolwethu Ntshweni" userId="S::ntsulu001@myuct.ac.za::2cdb41ba-eb21-452a-8046-c229ec4abe49" providerId="AD" clId="Web-{CA788656-F991-5414-7582-14E2C7D98A10}" dt="2024-09-19T09:36:44.459" v="999"/>
          <ac:spMkLst>
            <pc:docMk/>
            <pc:sldMk cId="3648020784" sldId="327"/>
            <ac:spMk id="12" creationId="{1DE2BBD6-E5B7-864C-E216-9514B0074E49}"/>
          </ac:spMkLst>
        </pc:spChg>
        <pc:picChg chg="add del mod">
          <ac:chgData name="Uluthandolwethu Ntshweni" userId="S::ntsulu001@myuct.ac.za::2cdb41ba-eb21-452a-8046-c229ec4abe49" providerId="AD" clId="Web-{CA788656-F991-5414-7582-14E2C7D98A10}" dt="2024-09-19T09:34:42.379" v="985"/>
          <ac:picMkLst>
            <pc:docMk/>
            <pc:sldMk cId="3648020784" sldId="327"/>
            <ac:picMk id="5" creationId="{8B865B97-FC70-7252-9BAC-906D80C4D0F8}"/>
          </ac:picMkLst>
        </pc:picChg>
        <pc:picChg chg="add del">
          <ac:chgData name="Uluthandolwethu Ntshweni" userId="S::ntsulu001@myuct.ac.za::2cdb41ba-eb21-452a-8046-c229ec4abe49" providerId="AD" clId="Web-{CA788656-F991-5414-7582-14E2C7D98A10}" dt="2024-09-19T09:35:52.755" v="994"/>
          <ac:picMkLst>
            <pc:docMk/>
            <pc:sldMk cId="3648020784" sldId="327"/>
            <ac:picMk id="6" creationId="{34FEF693-04F5-5FF1-AC31-8CFD8927DC27}"/>
          </ac:picMkLst>
        </pc:picChg>
        <pc:picChg chg="add mod">
          <ac:chgData name="Uluthandolwethu Ntshweni" userId="S::ntsulu001@myuct.ac.za::2cdb41ba-eb21-452a-8046-c229ec4abe49" providerId="AD" clId="Web-{CA788656-F991-5414-7582-14E2C7D98A10}" dt="2024-09-19T09:37:01.256" v="1001" actId="1076"/>
          <ac:picMkLst>
            <pc:docMk/>
            <pc:sldMk cId="3648020784" sldId="327"/>
            <ac:picMk id="8" creationId="{87CEA044-B45D-9B96-32BD-C64B0464AC6D}"/>
          </ac:picMkLst>
        </pc:picChg>
        <pc:picChg chg="add del mod">
          <ac:chgData name="Uluthandolwethu Ntshweni" userId="S::ntsulu001@myuct.ac.za::2cdb41ba-eb21-452a-8046-c229ec4abe49" providerId="AD" clId="Web-{CA788656-F991-5414-7582-14E2C7D98A10}" dt="2024-09-19T09:35:41.677" v="993"/>
          <ac:picMkLst>
            <pc:docMk/>
            <pc:sldMk cId="3648020784" sldId="327"/>
            <ac:picMk id="9" creationId="{9B32549C-7B11-C83F-98BB-F87007E3C597}"/>
          </ac:picMkLst>
        </pc:picChg>
      </pc:sldChg>
      <pc:sldChg chg="modSp add ord replId">
        <pc:chgData name="Uluthandolwethu Ntshweni" userId="S::ntsulu001@myuct.ac.za::2cdb41ba-eb21-452a-8046-c229ec4abe49" providerId="AD" clId="Web-{CA788656-F991-5414-7582-14E2C7D98A10}" dt="2024-09-19T12:33:57.625" v="1304"/>
        <pc:sldMkLst>
          <pc:docMk/>
          <pc:sldMk cId="1330805446" sldId="328"/>
        </pc:sldMkLst>
        <pc:spChg chg="mod">
          <ac:chgData name="Uluthandolwethu Ntshweni" userId="S::ntsulu001@myuct.ac.za::2cdb41ba-eb21-452a-8046-c229ec4abe49" providerId="AD" clId="Web-{CA788656-F991-5414-7582-14E2C7D98A10}" dt="2024-09-19T12:20:10.284" v="1025" actId="20577"/>
          <ac:spMkLst>
            <pc:docMk/>
            <pc:sldMk cId="1330805446" sldId="328"/>
            <ac:spMk id="2" creationId="{FC10311F-76AE-EE01-D382-F1916619ED61}"/>
          </ac:spMkLst>
        </pc:spChg>
        <pc:spChg chg="mod">
          <ac:chgData name="Uluthandolwethu Ntshweni" userId="S::ntsulu001@myuct.ac.za::2cdb41ba-eb21-452a-8046-c229ec4abe49" providerId="AD" clId="Web-{CA788656-F991-5414-7582-14E2C7D98A10}" dt="2024-09-19T12:24:01.585" v="1119" actId="20577"/>
          <ac:spMkLst>
            <pc:docMk/>
            <pc:sldMk cId="1330805446" sldId="328"/>
            <ac:spMk id="4" creationId="{D3344414-6CD6-77FC-51C6-60B178215C78}"/>
          </ac:spMkLst>
        </pc:spChg>
        <pc:picChg chg="mod">
          <ac:chgData name="Uluthandolwethu Ntshweni" userId="S::ntsulu001@myuct.ac.za::2cdb41ba-eb21-452a-8046-c229ec4abe49" providerId="AD" clId="Web-{CA788656-F991-5414-7582-14E2C7D98A10}" dt="2024-09-19T12:33:57.625" v="1304"/>
          <ac:picMkLst>
            <pc:docMk/>
            <pc:sldMk cId="1330805446" sldId="328"/>
            <ac:picMk id="8" creationId="{87CEA044-B45D-9B96-32BD-C64B0464AC6D}"/>
          </ac:picMkLst>
        </pc:picChg>
      </pc:sldChg>
      <pc:sldChg chg="addSp delSp modSp new">
        <pc:chgData name="Uluthandolwethu Ntshweni" userId="S::ntsulu001@myuct.ac.za::2cdb41ba-eb21-452a-8046-c229ec4abe49" providerId="AD" clId="Web-{CA788656-F991-5414-7582-14E2C7D98A10}" dt="2024-09-19T12:31:21.075" v="1301" actId="1076"/>
        <pc:sldMkLst>
          <pc:docMk/>
          <pc:sldMk cId="1806334449" sldId="329"/>
        </pc:sldMkLst>
        <pc:spChg chg="mod">
          <ac:chgData name="Uluthandolwethu Ntshweni" userId="S::ntsulu001@myuct.ac.za::2cdb41ba-eb21-452a-8046-c229ec4abe49" providerId="AD" clId="Web-{CA788656-F991-5414-7582-14E2C7D98A10}" dt="2024-09-19T12:25:05.726" v="1144" actId="1076"/>
          <ac:spMkLst>
            <pc:docMk/>
            <pc:sldMk cId="1806334449" sldId="329"/>
            <ac:spMk id="2" creationId="{A09C5F14-7717-3114-B46C-D320BA70EEAB}"/>
          </ac:spMkLst>
        </pc:spChg>
        <pc:spChg chg="mod">
          <ac:chgData name="Uluthandolwethu Ntshweni" userId="S::ntsulu001@myuct.ac.za::2cdb41ba-eb21-452a-8046-c229ec4abe49" providerId="AD" clId="Web-{CA788656-F991-5414-7582-14E2C7D98A10}" dt="2024-09-19T12:31:14.591" v="1300" actId="14100"/>
          <ac:spMkLst>
            <pc:docMk/>
            <pc:sldMk cId="1806334449" sldId="329"/>
            <ac:spMk id="3" creationId="{4C135C10-C79B-5077-5BC6-ACBCF530DFB4}"/>
          </ac:spMkLst>
        </pc:spChg>
        <pc:spChg chg="del">
          <ac:chgData name="Uluthandolwethu Ntshweni" userId="S::ntsulu001@myuct.ac.za::2cdb41ba-eb21-452a-8046-c229ec4abe49" providerId="AD" clId="Web-{CA788656-F991-5414-7582-14E2C7D98A10}" dt="2024-09-19T12:24:52.163" v="1136"/>
          <ac:spMkLst>
            <pc:docMk/>
            <pc:sldMk cId="1806334449" sldId="329"/>
            <ac:spMk id="5" creationId="{682E208D-E2FF-AF8A-581F-7FA724958412}"/>
          </ac:spMkLst>
        </pc:spChg>
        <pc:picChg chg="add mod">
          <ac:chgData name="Uluthandolwethu Ntshweni" userId="S::ntsulu001@myuct.ac.za::2cdb41ba-eb21-452a-8046-c229ec4abe49" providerId="AD" clId="Web-{CA788656-F991-5414-7582-14E2C7D98A10}" dt="2024-09-19T12:31:21.075" v="1301" actId="1076"/>
          <ac:picMkLst>
            <pc:docMk/>
            <pc:sldMk cId="1806334449" sldId="329"/>
            <ac:picMk id="6" creationId="{DC488B84-D912-D39C-F4F6-5779E2730A30}"/>
          </ac:picMkLst>
        </pc:picChg>
      </pc:sldChg>
      <pc:sldMasterChg chg="add del addSldLayout delSldLayout">
        <pc:chgData name="Uluthandolwethu Ntshweni" userId="S::ntsulu001@myuct.ac.za::2cdb41ba-eb21-452a-8046-c229ec4abe49" providerId="AD" clId="Web-{CA788656-F991-5414-7582-14E2C7D98A10}" dt="2024-09-19T09:01:44.421" v="421"/>
        <pc:sldMasterMkLst>
          <pc:docMk/>
          <pc:sldMasterMk cId="1928452137" sldId="2147483666"/>
        </pc:sldMasterMkLst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2470347012" sldId="2147483706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3810847342" sldId="2147483707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3238750926" sldId="2147483708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736789279" sldId="2147483709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226365626" sldId="2147483710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2815213857" sldId="2147483711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2789111458" sldId="2147483712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3417792654" sldId="2147483713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1782813897" sldId="2147483714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3467008483" sldId="2147483715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2056214956" sldId="2147483716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1119842307" sldId="2147483717"/>
          </pc:sldLayoutMkLst>
        </pc:sldLayoutChg>
        <pc:sldLayoutChg chg="add del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1928452137" sldId="2147483666"/>
            <pc:sldLayoutMk cId="216384268" sldId="2147483718"/>
          </pc:sldLayoutMkLst>
        </pc:sldLayoutChg>
      </pc:sldMasterChg>
      <pc:sldMasterChg chg="add del addSldLayout delSldLayout modSldLayout">
        <pc:chgData name="Uluthandolwethu Ntshweni" userId="S::ntsulu001@myuct.ac.za::2cdb41ba-eb21-452a-8046-c229ec4abe49" providerId="AD" clId="Web-{CA788656-F991-5414-7582-14E2C7D98A10}" dt="2024-09-19T09:01:44.421" v="421"/>
        <pc:sldMasterMkLst>
          <pc:docMk/>
          <pc:sldMasterMk cId="2279835058" sldId="2147483719"/>
        </pc:sldMasterMkLst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043840816" sldId="2147483720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3142099882" sldId="2147483721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2951126940" sldId="2147483722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465160532" sldId="2147483723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2966077776" sldId="2147483724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755366550" sldId="2147483725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3589525192" sldId="2147483726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740618086" sldId="2147483727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971381007" sldId="2147483728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281729536" sldId="2147483729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462366915" sldId="2147483730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3751398868" sldId="2147483731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672351982" sldId="2147483732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8619349" sldId="2147483733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2695400680" sldId="2147483734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410932478" sldId="2147483735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3557190592" sldId="2147483736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2918654018" sldId="2147483737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1918046132" sldId="2147483738"/>
          </pc:sldLayoutMkLst>
        </pc:sldLayoutChg>
        <pc:sldLayoutChg chg="add del mod replId">
          <pc:chgData name="Uluthandolwethu Ntshweni" userId="S::ntsulu001@myuct.ac.za::2cdb41ba-eb21-452a-8046-c229ec4abe49" providerId="AD" clId="Web-{CA788656-F991-5414-7582-14E2C7D98A10}" dt="2024-09-19T09:01:44.421" v="421"/>
          <pc:sldLayoutMkLst>
            <pc:docMk/>
            <pc:sldMasterMk cId="2279835058" sldId="2147483719"/>
            <pc:sldLayoutMk cId="2101352063" sldId="2147483739"/>
          </pc:sldLayoutMkLst>
        </pc:sldLayoutChg>
      </pc:sldMasterChg>
    </pc:docChg>
  </pc:docChgLst>
  <pc:docChgLst>
    <pc:chgData name="Uluthandolwethu Ntshweni" userId="S::ntsulu001@myuct.ac.za::2cdb41ba-eb21-452a-8046-c229ec4abe49" providerId="AD" clId="Web-{A8552BC6-2FFB-3945-EF5E-7DBB2701BE4F}"/>
    <pc:docChg chg="addSld modSld">
      <pc:chgData name="Uluthandolwethu Ntshweni" userId="S::ntsulu001@myuct.ac.za::2cdb41ba-eb21-452a-8046-c229ec4abe49" providerId="AD" clId="Web-{A8552BC6-2FFB-3945-EF5E-7DBB2701BE4F}" dt="2024-09-17T13:13:58.380" v="914"/>
      <pc:docMkLst>
        <pc:docMk/>
      </pc:docMkLst>
      <pc:sldChg chg="addSp delSp modSp">
        <pc:chgData name="Uluthandolwethu Ntshweni" userId="S::ntsulu001@myuct.ac.za::2cdb41ba-eb21-452a-8046-c229ec4abe49" providerId="AD" clId="Web-{A8552BC6-2FFB-3945-EF5E-7DBB2701BE4F}" dt="2024-09-17T13:13:58.380" v="914"/>
        <pc:sldMkLst>
          <pc:docMk/>
          <pc:sldMk cId="4293742996" sldId="316"/>
        </pc:sldMkLst>
        <pc:spChg chg="add del mod">
          <ac:chgData name="Uluthandolwethu Ntshweni" userId="S::ntsulu001@myuct.ac.za::2cdb41ba-eb21-452a-8046-c229ec4abe49" providerId="AD" clId="Web-{A8552BC6-2FFB-3945-EF5E-7DBB2701BE4F}" dt="2024-09-17T13:13:58.380" v="914"/>
          <ac:spMkLst>
            <pc:docMk/>
            <pc:sldMk cId="4293742996" sldId="316"/>
            <ac:spMk id="5" creationId="{4BA14025-84D0-0C52-67A2-1E66374E18EE}"/>
          </ac:spMkLst>
        </pc:spChg>
        <pc:picChg chg="add mod ord">
          <ac:chgData name="Uluthandolwethu Ntshweni" userId="S::ntsulu001@myuct.ac.za::2cdb41ba-eb21-452a-8046-c229ec4abe49" providerId="AD" clId="Web-{A8552BC6-2FFB-3945-EF5E-7DBB2701BE4F}" dt="2024-09-17T13:13:58.380" v="914"/>
          <ac:picMkLst>
            <pc:docMk/>
            <pc:sldMk cId="4293742996" sldId="316"/>
            <ac:picMk id="6" creationId="{3001BA13-E7E6-6C9E-6D48-33B39B639214}"/>
          </ac:picMkLst>
        </pc:picChg>
        <pc:picChg chg="del">
          <ac:chgData name="Uluthandolwethu Ntshweni" userId="S::ntsulu001@myuct.ac.za::2cdb41ba-eb21-452a-8046-c229ec4abe49" providerId="AD" clId="Web-{A8552BC6-2FFB-3945-EF5E-7DBB2701BE4F}" dt="2024-09-17T13:09:12.822" v="913"/>
          <ac:picMkLst>
            <pc:docMk/>
            <pc:sldMk cId="4293742996" sldId="316"/>
            <ac:picMk id="14" creationId="{F28819F3-7D3B-EB42-24FD-3C0BBC5963B5}"/>
          </ac:picMkLst>
        </pc:picChg>
      </pc:sldChg>
      <pc:sldChg chg="modSp">
        <pc:chgData name="Uluthandolwethu Ntshweni" userId="S::ntsulu001@myuct.ac.za::2cdb41ba-eb21-452a-8046-c229ec4abe49" providerId="AD" clId="Web-{A8552BC6-2FFB-3945-EF5E-7DBB2701BE4F}" dt="2024-09-17T10:04:17.082" v="325" actId="20577"/>
        <pc:sldMkLst>
          <pc:docMk/>
          <pc:sldMk cId="56176599" sldId="317"/>
        </pc:sldMkLst>
        <pc:spChg chg="mod">
          <ac:chgData name="Uluthandolwethu Ntshweni" userId="S::ntsulu001@myuct.ac.za::2cdb41ba-eb21-452a-8046-c229ec4abe49" providerId="AD" clId="Web-{A8552BC6-2FFB-3945-EF5E-7DBB2701BE4F}" dt="2024-09-17T10:03:14.174" v="291" actId="20577"/>
          <ac:spMkLst>
            <pc:docMk/>
            <pc:sldMk cId="56176599" sldId="317"/>
            <ac:spMk id="7" creationId="{ADD59383-E6CD-CF57-B9CF-5820B1CECE61}"/>
          </ac:spMkLst>
        </pc:spChg>
        <pc:spChg chg="mod">
          <ac:chgData name="Uluthandolwethu Ntshweni" userId="S::ntsulu001@myuct.ac.za::2cdb41ba-eb21-452a-8046-c229ec4abe49" providerId="AD" clId="Web-{A8552BC6-2FFB-3945-EF5E-7DBB2701BE4F}" dt="2024-09-17T10:04:17.082" v="325" actId="20577"/>
          <ac:spMkLst>
            <pc:docMk/>
            <pc:sldMk cId="56176599" sldId="317"/>
            <ac:spMk id="8" creationId="{8B672BC8-D7EC-066C-9025-5F29713D8495}"/>
          </ac:spMkLst>
        </pc:spChg>
      </pc:sldChg>
      <pc:sldChg chg="modSp">
        <pc:chgData name="Uluthandolwethu Ntshweni" userId="S::ntsulu001@myuct.ac.za::2cdb41ba-eb21-452a-8046-c229ec4abe49" providerId="AD" clId="Web-{A8552BC6-2FFB-3945-EF5E-7DBB2701BE4F}" dt="2024-09-17T10:17:28.414" v="662" actId="20577"/>
        <pc:sldMkLst>
          <pc:docMk/>
          <pc:sldMk cId="412000632" sldId="318"/>
        </pc:sldMkLst>
        <pc:spChg chg="mod">
          <ac:chgData name="Uluthandolwethu Ntshweni" userId="S::ntsulu001@myuct.ac.za::2cdb41ba-eb21-452a-8046-c229ec4abe49" providerId="AD" clId="Web-{A8552BC6-2FFB-3945-EF5E-7DBB2701BE4F}" dt="2024-09-17T10:17:28.414" v="662" actId="20577"/>
          <ac:spMkLst>
            <pc:docMk/>
            <pc:sldMk cId="412000632" sldId="318"/>
            <ac:spMk id="3" creationId="{59F97739-E0DF-24F3-7886-013A799A52C3}"/>
          </ac:spMkLst>
        </pc:spChg>
      </pc:sldChg>
      <pc:sldChg chg="delSp modSp">
        <pc:chgData name="Uluthandolwethu Ntshweni" userId="S::ntsulu001@myuct.ac.za::2cdb41ba-eb21-452a-8046-c229ec4abe49" providerId="AD" clId="Web-{A8552BC6-2FFB-3945-EF5E-7DBB2701BE4F}" dt="2024-09-17T10:33:56.564" v="912" actId="20577"/>
        <pc:sldMkLst>
          <pc:docMk/>
          <pc:sldMk cId="569699605" sldId="321"/>
        </pc:sldMkLst>
        <pc:spChg chg="mod">
          <ac:chgData name="Uluthandolwethu Ntshweni" userId="S::ntsulu001@myuct.ac.za::2cdb41ba-eb21-452a-8046-c229ec4abe49" providerId="AD" clId="Web-{A8552BC6-2FFB-3945-EF5E-7DBB2701BE4F}" dt="2024-09-17T10:33:56.564" v="912" actId="20577"/>
          <ac:spMkLst>
            <pc:docMk/>
            <pc:sldMk cId="569699605" sldId="321"/>
            <ac:spMk id="7" creationId="{D462FE52-846C-831E-29A3-9194AFFAD31F}"/>
          </ac:spMkLst>
        </pc:spChg>
        <pc:spChg chg="del">
          <ac:chgData name="Uluthandolwethu Ntshweni" userId="S::ntsulu001@myuct.ac.za::2cdb41ba-eb21-452a-8046-c229ec4abe49" providerId="AD" clId="Web-{A8552BC6-2FFB-3945-EF5E-7DBB2701BE4F}" dt="2024-09-17T10:18:06.993" v="663"/>
          <ac:spMkLst>
            <pc:docMk/>
            <pc:sldMk cId="569699605" sldId="321"/>
            <ac:spMk id="9" creationId="{C780D930-04AE-4FE0-AAC5-B2BB804D6451}"/>
          </ac:spMkLst>
        </pc:spChg>
      </pc:sldChg>
      <pc:sldChg chg="modSp new">
        <pc:chgData name="Uluthandolwethu Ntshweni" userId="S::ntsulu001@myuct.ac.za::2cdb41ba-eb21-452a-8046-c229ec4abe49" providerId="AD" clId="Web-{A8552BC6-2FFB-3945-EF5E-7DBB2701BE4F}" dt="2024-09-17T10:04:21.192" v="326" actId="20577"/>
        <pc:sldMkLst>
          <pc:docMk/>
          <pc:sldMk cId="1933427916" sldId="322"/>
        </pc:sldMkLst>
        <pc:spChg chg="mod">
          <ac:chgData name="Uluthandolwethu Ntshweni" userId="S::ntsulu001@myuct.ac.za::2cdb41ba-eb21-452a-8046-c229ec4abe49" providerId="AD" clId="Web-{A8552BC6-2FFB-3945-EF5E-7DBB2701BE4F}" dt="2024-09-17T10:03:59.894" v="323" actId="14100"/>
          <ac:spMkLst>
            <pc:docMk/>
            <pc:sldMk cId="1933427916" sldId="322"/>
            <ac:spMk id="2" creationId="{C7D97C22-53B8-8A84-57A1-B785D8DC65F2}"/>
          </ac:spMkLst>
        </pc:spChg>
        <pc:spChg chg="mod">
          <ac:chgData name="Uluthandolwethu Ntshweni" userId="S::ntsulu001@myuct.ac.za::2cdb41ba-eb21-452a-8046-c229ec4abe49" providerId="AD" clId="Web-{A8552BC6-2FFB-3945-EF5E-7DBB2701BE4F}" dt="2024-09-17T10:03:54.988" v="321" actId="14100"/>
          <ac:spMkLst>
            <pc:docMk/>
            <pc:sldMk cId="1933427916" sldId="322"/>
            <ac:spMk id="3" creationId="{0049BA11-90A2-1355-C980-F1A2219C7599}"/>
          </ac:spMkLst>
        </pc:spChg>
        <pc:spChg chg="mod">
          <ac:chgData name="Uluthandolwethu Ntshweni" userId="S::ntsulu001@myuct.ac.za::2cdb41ba-eb21-452a-8046-c229ec4abe49" providerId="AD" clId="Web-{A8552BC6-2FFB-3945-EF5E-7DBB2701BE4F}" dt="2024-09-17T10:04:21.192" v="326" actId="20577"/>
          <ac:spMkLst>
            <pc:docMk/>
            <pc:sldMk cId="1933427916" sldId="322"/>
            <ac:spMk id="4" creationId="{890B4DA5-E1B8-ACE8-F5FC-78E5D6732E46}"/>
          </ac:spMkLst>
        </pc:spChg>
      </pc:sldChg>
      <pc:sldChg chg="modSp new">
        <pc:chgData name="Uluthandolwethu Ntshweni" userId="S::ntsulu001@myuct.ac.za::2cdb41ba-eb21-452a-8046-c229ec4abe49" providerId="AD" clId="Web-{A8552BC6-2FFB-3945-EF5E-7DBB2701BE4F}" dt="2024-09-17T10:08:57.933" v="434" actId="20577"/>
        <pc:sldMkLst>
          <pc:docMk/>
          <pc:sldMk cId="2720434423" sldId="323"/>
        </pc:sldMkLst>
        <pc:spChg chg="mod">
          <ac:chgData name="Uluthandolwethu Ntshweni" userId="S::ntsulu001@myuct.ac.za::2cdb41ba-eb21-452a-8046-c229ec4abe49" providerId="AD" clId="Web-{A8552BC6-2FFB-3945-EF5E-7DBB2701BE4F}" dt="2024-09-17T10:05:29.787" v="345" actId="14100"/>
          <ac:spMkLst>
            <pc:docMk/>
            <pc:sldMk cId="2720434423" sldId="323"/>
            <ac:spMk id="2" creationId="{7735625B-D926-D805-4F35-D36D7EDE761E}"/>
          </ac:spMkLst>
        </pc:spChg>
        <pc:spChg chg="mod">
          <ac:chgData name="Uluthandolwethu Ntshweni" userId="S::ntsulu001@myuct.ac.za::2cdb41ba-eb21-452a-8046-c229ec4abe49" providerId="AD" clId="Web-{A8552BC6-2FFB-3945-EF5E-7DBB2701BE4F}" dt="2024-09-17T10:04:33.645" v="328" actId="14100"/>
          <ac:spMkLst>
            <pc:docMk/>
            <pc:sldMk cId="2720434423" sldId="323"/>
            <ac:spMk id="3" creationId="{9D95D5CC-2CA9-D5DE-331A-53949DE1DE77}"/>
          </ac:spMkLst>
        </pc:spChg>
        <pc:spChg chg="mod">
          <ac:chgData name="Uluthandolwethu Ntshweni" userId="S::ntsulu001@myuct.ac.za::2cdb41ba-eb21-452a-8046-c229ec4abe49" providerId="AD" clId="Web-{A8552BC6-2FFB-3945-EF5E-7DBB2701BE4F}" dt="2024-09-17T10:08:57.933" v="434" actId="20577"/>
          <ac:spMkLst>
            <pc:docMk/>
            <pc:sldMk cId="2720434423" sldId="323"/>
            <ac:spMk id="4" creationId="{A5F61479-2C4C-AC62-A8C9-4F5BF07A9EE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9/19/2024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9.svg"/><Relationship Id="rId4" Type="http://schemas.openxmlformats.org/officeDocument/2006/relationships/image" Target="../media/image1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xueweihan/p/15183406.html" TargetMode="Externa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35039"/>
            <a:ext cx="5674360" cy="957533"/>
          </a:xfrm>
        </p:spPr>
        <p:txBody>
          <a:bodyPr/>
          <a:lstStyle/>
          <a:p>
            <a:r>
              <a:rPr lang="en-US" dirty="0"/>
              <a:t>NPIP User Manual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C225E-6063-8944-5236-73C8E1216227}"/>
              </a:ext>
            </a:extLst>
          </p:cNvPr>
          <p:cNvSpPr txBox="1"/>
          <p:nvPr/>
        </p:nvSpPr>
        <p:spPr>
          <a:xfrm>
            <a:off x="6804444" y="4592300"/>
            <a:ext cx="42842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Qaahir Arnold(ARNMOG014),</a:t>
            </a:r>
          </a:p>
          <a:p>
            <a:r>
              <a:rPr lang="en-US" dirty="0" err="1">
                <a:solidFill>
                  <a:schemeClr val="bg1"/>
                </a:solidFill>
              </a:rPr>
              <a:t>Vuxo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Mashimby</a:t>
            </a:r>
            <a:r>
              <a:rPr lang="en-US" dirty="0">
                <a:solidFill>
                  <a:schemeClr val="bg1"/>
                </a:solidFill>
              </a:rPr>
              <a:t>(MHMVUX001),</a:t>
            </a:r>
          </a:p>
          <a:p>
            <a:r>
              <a:rPr lang="en-US" dirty="0" err="1">
                <a:solidFill>
                  <a:schemeClr val="bg1"/>
                </a:solidFill>
              </a:rPr>
              <a:t>Uluthandolwethu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Ntshweni</a:t>
            </a:r>
            <a:r>
              <a:rPr lang="en-US" dirty="0">
                <a:solidFill>
                  <a:schemeClr val="bg1"/>
                </a:solidFill>
              </a:rPr>
              <a:t>(NTSULU001)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NPIP platform is designed to give users a convenient way to view, analyze and compare the performances of different networks in different parts of Africa.</a:t>
            </a:r>
          </a:p>
          <a:p>
            <a:r>
              <a:rPr lang="en-US" dirty="0"/>
              <a:t>This guide will help you navigate the Network Performance and Insights Platform (NPIP).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306" y="510300"/>
            <a:ext cx="5181600" cy="910291"/>
          </a:xfrm>
        </p:spPr>
        <p:txBody>
          <a:bodyPr>
            <a:normAutofit/>
          </a:bodyPr>
          <a:lstStyle/>
          <a:p>
            <a:r>
              <a:rPr lang="en-US" sz="4400" b="1" u="sng" dirty="0">
                <a:latin typeface="Tenorite"/>
                <a:cs typeface="Aharoni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75B1B-ED62-9A05-4CED-444E276741BB}"/>
              </a:ext>
            </a:extLst>
          </p:cNvPr>
          <p:cNvSpPr txBox="1"/>
          <p:nvPr/>
        </p:nvSpPr>
        <p:spPr>
          <a:xfrm>
            <a:off x="1862498" y="1482591"/>
            <a:ext cx="379387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Dashboard</a:t>
            </a:r>
            <a:endParaRPr lang="en-US"/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Dashboard</a:t>
            </a:r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Network Speed Test</a:t>
            </a:r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Save graphs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Compare Networks in a City</a:t>
            </a:r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Compare City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Networks in Different Cities</a:t>
            </a:r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Compare Networks</a:t>
            </a:r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Compare Multiple Networks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Networks Over Time Analysis</a:t>
            </a:r>
          </a:p>
          <a:p>
            <a:pPr marL="800100" lvl="1" indent="-342900">
              <a:buAutoNum type="alphaLcPeriod"/>
            </a:pPr>
            <a:r>
              <a:rPr lang="en-US" dirty="0">
                <a:solidFill>
                  <a:schemeClr val="bg1"/>
                </a:solidFill>
              </a:rPr>
              <a:t>Time Analysis</a:t>
            </a:r>
          </a:p>
        </p:txBody>
      </p:sp>
      <p:pic>
        <p:nvPicPr>
          <p:cNvPr id="6" name="Picture Placeholder 5" descr="A map of the earth with lights and lines&#10;&#10;Description automatically generated">
            <a:extLst>
              <a:ext uri="{FF2B5EF4-FFF2-40B4-BE49-F238E27FC236}">
                <a16:creationId xmlns:a16="http://schemas.microsoft.com/office/drawing/2014/main" id="{3001BA13-E7E6-6C9E-6D48-33B39B6392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482" r="22482"/>
          <a:stretch/>
        </p:blipFill>
        <p:spPr/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311F-76AE-EE01-D382-F1916619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/>
          <a:p>
            <a:r>
              <a:rPr lang="en-US" dirty="0"/>
              <a:t>1. Dashboard</a:t>
            </a:r>
          </a:p>
        </p:txBody>
      </p:sp>
      <p:pic>
        <p:nvPicPr>
          <p:cNvPr id="8" name="Picture 7" descr="Calculator, pen, compass, money and a paper with graphs printed on it">
            <a:extLst>
              <a:ext uri="{FF2B5EF4-FFF2-40B4-BE49-F238E27FC236}">
                <a16:creationId xmlns:a16="http://schemas.microsoft.com/office/drawing/2014/main" id="{87CEA044-B45D-9B96-32BD-C64B0464AC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74" r="23174"/>
          <a:stretch/>
        </p:blipFill>
        <p:spPr>
          <a:xfrm>
            <a:off x="20" y="10"/>
            <a:ext cx="6095980" cy="685799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44414-6CD6-77FC-51C6-60B178215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Welcome to the Network Performance Insight Platform. View the top performing networks in your city and test your own network speeds.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2BBD6-E5B7-864C-E216-9514B0074E49}"/>
              </a:ext>
            </a:extLst>
          </p:cNvPr>
          <p:cNvSpPr txBox="1"/>
          <p:nvPr/>
        </p:nvSpPr>
        <p:spPr>
          <a:xfrm>
            <a:off x="0" y="6858000"/>
            <a:ext cx="6096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33080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76" y="434225"/>
            <a:ext cx="9513955" cy="870149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2" name="Picture Placeholder 1" descr="A screenshot of a computer&#10;&#10;Description automatically generated">
            <a:extLst>
              <a:ext uri="{FF2B5EF4-FFF2-40B4-BE49-F238E27FC236}">
                <a16:creationId xmlns:a16="http://schemas.microsoft.com/office/drawing/2014/main" id="{C42DFEBC-AFF4-371B-0EB6-9563DE42F95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/>
        </p:blipFill>
        <p:spPr>
          <a:xfrm>
            <a:off x="914399" y="1533264"/>
            <a:ext cx="6842670" cy="3368882"/>
          </a:xfr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67475" y="1532344"/>
            <a:ext cx="2811464" cy="39319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0" dirty="0"/>
              <a:t>Upon opening the website, you will be directed to the dashboard. After accepting the prompt for accessing your location, you will find graphs that show 5 best performing networks in terms of Upload/Download speed and latency. There is also an option to run your own network speed test. </a:t>
            </a:r>
          </a:p>
          <a:p>
            <a:endParaRPr lang="en-US" sz="1600" b="0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0481AD4-2992-7EEE-E46D-A1A3C4D52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625B-D926-D805-4F35-D36D7EDE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anchor="ctr">
            <a:normAutofit/>
          </a:bodyPr>
          <a:lstStyle/>
          <a:p>
            <a:r>
              <a:rPr lang="en-US"/>
              <a:t>Network speed test</a:t>
            </a:r>
          </a:p>
        </p:txBody>
      </p:sp>
      <p:pic>
        <p:nvPicPr>
          <p:cNvPr id="6" name="Picture 5" descr="A screenshot of a device&#10;&#10;Description automatically generated">
            <a:extLst>
              <a:ext uri="{FF2B5EF4-FFF2-40B4-BE49-F238E27FC236}">
                <a16:creationId xmlns:a16="http://schemas.microsoft.com/office/drawing/2014/main" id="{7EDE03F8-2CDE-9723-DF32-8B345FC96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331" y="2022250"/>
            <a:ext cx="2032845" cy="3747180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61479-2C4C-AC62-A8C9-4F5BF07A9E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An "</a:t>
            </a:r>
            <a:r>
              <a:rPr lang="en-US" dirty="0" err="1"/>
              <a:t>OpenSpeedTest</a:t>
            </a:r>
            <a:r>
              <a:rPr lang="en-US" dirty="0"/>
              <a:t>" network speed test is run when you click the "Start" button.</a:t>
            </a:r>
          </a:p>
          <a:p>
            <a:r>
              <a:rPr lang="en-US" dirty="0"/>
              <a:t>CAUTION: the speed test uses a large amount of data.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9108B44-F4DD-9AAA-2850-315253C0D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3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5F14-7717-3114-B46C-D320BA70E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720633"/>
            <a:ext cx="5179615" cy="889947"/>
          </a:xfrm>
        </p:spPr>
        <p:txBody>
          <a:bodyPr/>
          <a:lstStyle/>
          <a:p>
            <a:r>
              <a:rPr lang="en-US" dirty="0"/>
              <a:t>Save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35C10-C79B-5077-5BC6-ACBCF530DF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115975" y="1458591"/>
            <a:ext cx="4750905" cy="2126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can toggle the view of the graph using the buttons that appear above the graph when you hover your cursor over the graph</a:t>
            </a:r>
          </a:p>
          <a:p>
            <a:r>
              <a:rPr lang="en-US" dirty="0"/>
              <a:t>Save the graph by clicking the camera button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98CA3-ACAF-B408-879B-31A0417AF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C488B84-D912-D39C-F4F6-5779E2730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41" y="1460211"/>
            <a:ext cx="6096000" cy="255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3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311F-76AE-EE01-D382-F1916619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/>
          <a:p>
            <a:r>
              <a:rPr lang="en-US" dirty="0"/>
              <a:t>2. Compare networks in a city</a:t>
            </a:r>
          </a:p>
        </p:txBody>
      </p:sp>
      <p:pic>
        <p:nvPicPr>
          <p:cNvPr id="8" name="Picture 7" descr="A blue background with dots and lines&#10;&#10;Description automatically generated">
            <a:extLst>
              <a:ext uri="{FF2B5EF4-FFF2-40B4-BE49-F238E27FC236}">
                <a16:creationId xmlns:a16="http://schemas.microsoft.com/office/drawing/2014/main" id="{87CEA044-B45D-9B96-32BD-C64B0464A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356" r="20356"/>
          <a:stretch/>
        </p:blipFill>
        <p:spPr>
          <a:xfrm>
            <a:off x="20" y="10"/>
            <a:ext cx="6095980" cy="685799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44414-6CD6-77FC-51C6-60B178215C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Compare the network speeds of different internet service providers in a 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2BBD6-E5B7-864C-E216-9514B0074E49}"/>
              </a:ext>
            </a:extLst>
          </p:cNvPr>
          <p:cNvSpPr txBox="1"/>
          <p:nvPr/>
        </p:nvSpPr>
        <p:spPr>
          <a:xfrm>
            <a:off x="0" y="6858000"/>
            <a:ext cx="6096000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364802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7C22-53B8-8A84-57A1-B785D8DC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29" y="287586"/>
            <a:ext cx="7085347" cy="806196"/>
          </a:xfrm>
        </p:spPr>
        <p:txBody>
          <a:bodyPr>
            <a:normAutofit/>
          </a:bodyPr>
          <a:lstStyle/>
          <a:p>
            <a:r>
              <a:rPr lang="en-US" sz="4000" dirty="0"/>
              <a:t>Compare city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B4DA5-E1B8-ACE8-F5FC-78E5D6732E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6902" y="4509420"/>
            <a:ext cx="4805997" cy="10399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1. Select the city which you want to test the network performance, then select the networks you want to test.</a:t>
            </a:r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A7A57EA-C09E-B2A8-2F30-9DF6009AD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2" y="1449479"/>
            <a:ext cx="5452383" cy="2643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1BFA6-2860-BC71-6484-F4C28AEBD65C}"/>
              </a:ext>
            </a:extLst>
          </p:cNvPr>
          <p:cNvSpPr txBox="1"/>
          <p:nvPr/>
        </p:nvSpPr>
        <p:spPr>
          <a:xfrm>
            <a:off x="6101442" y="4493079"/>
            <a:ext cx="3973285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dirty="0"/>
              <a:t>2. After the "Compare Networks" button is clicked, a table and a graph will be generated showing Upload/Download speeds(Higher is better) and Latency(Lower is better)</a:t>
            </a:r>
            <a:endParaRPr lang="en-US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228E86F-4AAD-1577-C6AC-3494F26D1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36" t="7472" r="714" b="1104"/>
          <a:stretch/>
        </p:blipFill>
        <p:spPr>
          <a:xfrm>
            <a:off x="5918563" y="1448303"/>
            <a:ext cx="5453777" cy="264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27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/>
          <a:p>
            <a:r>
              <a:rPr lang="en-US" dirty="0"/>
              <a:t>3. Networks in different cities</a:t>
            </a:r>
          </a:p>
        </p:txBody>
      </p:sp>
      <p:pic>
        <p:nvPicPr>
          <p:cNvPr id="6" name="Picture 5" descr="Aerial view of a city skyline">
            <a:extLst>
              <a:ext uri="{FF2B5EF4-FFF2-40B4-BE49-F238E27FC236}">
                <a16:creationId xmlns:a16="http://schemas.microsoft.com/office/drawing/2014/main" id="{0B488AD7-5062-CD5E-2D36-780838B55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57" r="20613" b="4"/>
          <a:stretch/>
        </p:blipFill>
        <p:spPr>
          <a:xfrm>
            <a:off x="20" y="10"/>
            <a:ext cx="6095980" cy="685799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/>
              <a:t>NPIP provides a way to directly compare different network performances from different cities.</a:t>
            </a:r>
          </a:p>
          <a:p>
            <a:r>
              <a:rPr lang="en-US" sz="1700" dirty="0"/>
              <a:t>Compare Networks: provides a comparison of ISPs that exist in both cities selected</a:t>
            </a:r>
          </a:p>
          <a:p>
            <a:r>
              <a:rPr lang="en-US" sz="1700" dirty="0"/>
              <a:t>Compare Multiple Networks: provides a comparison of ISPs, regardless of whether they exist in both cities.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D161-2585-A921-AF3C-C65EB429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39" y="487045"/>
            <a:ext cx="6836757" cy="600075"/>
          </a:xfrm>
        </p:spPr>
        <p:txBody>
          <a:bodyPr/>
          <a:lstStyle/>
          <a:p>
            <a:r>
              <a:rPr lang="en-US" dirty="0"/>
              <a:t>Compare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D9517-E766-DF97-D367-431C27DFB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5541F92-74CC-FABA-39AA-E35162CC3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03" y="1081062"/>
            <a:ext cx="5225332" cy="26382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D93AB1-3FD3-31DC-C21B-8566159AD37D}"/>
              </a:ext>
            </a:extLst>
          </p:cNvPr>
          <p:cNvSpPr txBox="1"/>
          <p:nvPr/>
        </p:nvSpPr>
        <p:spPr>
          <a:xfrm>
            <a:off x="408214" y="4044042"/>
            <a:ext cx="506185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 A) Select the city from the first dropdown(Your current location will be selected by default).</a:t>
            </a:r>
            <a:endParaRPr lang="en-US"/>
          </a:p>
          <a:p>
            <a:r>
              <a:rPr lang="en-US" dirty="0"/>
              <a:t> B) The second dropdown will only show cities that have common networks with the first. </a:t>
            </a:r>
          </a:p>
          <a:p>
            <a:r>
              <a:rPr lang="en-US" dirty="0"/>
              <a:t> C) Select the networks you want to compare that appear under the dropdown boxes. </a:t>
            </a:r>
          </a:p>
          <a:p>
            <a:r>
              <a:rPr lang="en-US" dirty="0"/>
              <a:t>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7AE92-F3E1-3A19-3443-AC2BBE78C437}"/>
              </a:ext>
            </a:extLst>
          </p:cNvPr>
          <p:cNvSpPr txBox="1"/>
          <p:nvPr/>
        </p:nvSpPr>
        <p:spPr>
          <a:xfrm>
            <a:off x="6112329" y="4044043"/>
            <a:ext cx="418827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  After "Compare Networks" is clicked, a graph and a table will be generated showing the different Upload/Download Speeds(Higher is better) and Latency(Lower is better) </a:t>
            </a:r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7E4FA83D-C85C-DF80-0178-B6F98B7C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71" y="1082927"/>
            <a:ext cx="5214257" cy="261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8219-C6A4-A79C-E035-5CFEE86F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938984"/>
          </a:xfrm>
        </p:spPr>
        <p:txBody>
          <a:bodyPr/>
          <a:lstStyle/>
          <a:p>
            <a:r>
              <a:rPr lang="en-US" dirty="0"/>
              <a:t>Compare Multiple Networks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654CC48-D70D-F0DB-A5DB-FCCAC183E38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10432" y="1302470"/>
            <a:ext cx="5483246" cy="268725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E802D-264F-8866-3BE1-EACCABDC0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2F58ED8-BCEE-6B4E-28DC-07DEBC9A7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78" y="1302738"/>
            <a:ext cx="5488609" cy="2684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19F9CA-7AAB-FF2E-90CA-7370ED32BD41}"/>
              </a:ext>
            </a:extLst>
          </p:cNvPr>
          <p:cNvSpPr txBox="1"/>
          <p:nvPr/>
        </p:nvSpPr>
        <p:spPr>
          <a:xfrm>
            <a:off x="634856" y="4264577"/>
            <a:ext cx="54928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 A) Select the cities from the dropdown boxes, the select the networks you want to compare.</a:t>
            </a:r>
          </a:p>
          <a:p>
            <a:r>
              <a:rPr lang="en-US" dirty="0"/>
              <a:t> B) Select the "Compare Networks" button.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BC90A-9349-B56F-1D02-54726880ABD6}"/>
              </a:ext>
            </a:extLst>
          </p:cNvPr>
          <p:cNvSpPr txBox="1"/>
          <p:nvPr/>
        </p:nvSpPr>
        <p:spPr>
          <a:xfrm>
            <a:off x="6320959" y="4292179"/>
            <a:ext cx="374013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 After "Compare Networks" is clicked, a graph and a table will be generated showing the different Upload/Download Speeds(Higher is better) and Latency(Lower is better)</a:t>
            </a:r>
          </a:p>
        </p:txBody>
      </p:sp>
    </p:spTree>
    <p:extLst>
      <p:ext uri="{BB962C8B-B14F-4D97-AF65-F5344CB8AC3E}">
        <p14:creationId xmlns:p14="http://schemas.microsoft.com/office/powerpoint/2010/main" val="124881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/>
          <a:p>
            <a:r>
              <a:rPr lang="en-US" dirty="0"/>
              <a:t>3. Network over time analysis</a:t>
            </a:r>
          </a:p>
        </p:txBody>
      </p:sp>
      <p:pic>
        <p:nvPicPr>
          <p:cNvPr id="10" name="Picture 9" descr="Magnifying glass showing decling performance">
            <a:extLst>
              <a:ext uri="{FF2B5EF4-FFF2-40B4-BE49-F238E27FC236}">
                <a16:creationId xmlns:a16="http://schemas.microsoft.com/office/drawing/2014/main" id="{F76E1A40-8365-C0F0-C460-B466A256F0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47" r="18407" b="-3"/>
          <a:stretch/>
        </p:blipFill>
        <p:spPr>
          <a:xfrm>
            <a:off x="20" y="10"/>
            <a:ext cx="6095980" cy="685799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62FE52-846C-831E-29A3-9194AFFAD31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7525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dirty="0"/>
              <a:t>Provides a way of viewing how a network's performance changes over time</a:t>
            </a:r>
          </a:p>
          <a:p>
            <a:endParaRPr lang="en-US" sz="1400"/>
          </a:p>
          <a:p>
            <a:endParaRPr lang="en-US" sz="1400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DA4D4A-42D2-E089-FE13-2505CBD27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832931"/>
          </a:xfrm>
        </p:spPr>
        <p:txBody>
          <a:bodyPr/>
          <a:lstStyle/>
          <a:p>
            <a:r>
              <a:rPr lang="en-US" dirty="0"/>
              <a:t>Time Analysis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06DD2F-7F74-8D04-49C7-5236A9F72B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3142" y="4340907"/>
            <a:ext cx="3310129" cy="92560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0" dirty="0"/>
              <a:t>1. Select a city from the dropdown box. A list of available ISPs will appear which you can click 1 from, choose a start date and an end date. </a:t>
            </a:r>
            <a:endParaRPr lang="en-US" dirty="0"/>
          </a:p>
          <a:p>
            <a:pPr>
              <a:buAutoNum type="arabicPeriod"/>
            </a:pPr>
            <a:endParaRPr lang="en-US" sz="1400" b="0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72D3D4C2-B141-E57B-78C9-C0B2802FC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2F7B573-0E72-E771-485F-08E7C1D2D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1298144"/>
            <a:ext cx="5427239" cy="2530160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3BDCF88-6159-2CBE-BA16-7298C441D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629" y="1293656"/>
            <a:ext cx="5425440" cy="2523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2419E2-5293-661A-2F5A-C59FE816F632}"/>
              </a:ext>
            </a:extLst>
          </p:cNvPr>
          <p:cNvSpPr txBox="1"/>
          <p:nvPr/>
        </p:nvSpPr>
        <p:spPr>
          <a:xfrm>
            <a:off x="6244880" y="4345642"/>
            <a:ext cx="333989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2. Click the "Analyze" button which will generate a line graph, showing the performance of the selected network over time.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67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hope that this guide has been helpful in learning to navigate and use the features of the NPIP platform.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B1207410A74448BB213E5CBDF3C7DD" ma:contentTypeVersion="7" ma:contentTypeDescription="Create a new document." ma:contentTypeScope="" ma:versionID="bfdc2ed68c62fdaa39154c7c0d936403">
  <xsd:schema xmlns:xsd="http://www.w3.org/2001/XMLSchema" xmlns:xs="http://www.w3.org/2001/XMLSchema" xmlns:p="http://schemas.microsoft.com/office/2006/metadata/properties" xmlns:ns2="cc1c91c2-97f7-4ce8-b8d3-4e76cbfd5df8" targetNamespace="http://schemas.microsoft.com/office/2006/metadata/properties" ma:root="true" ma:fieldsID="a5098e31717ae871006dae8dd14e9c40" ns2:_="">
    <xsd:import namespace="cc1c91c2-97f7-4ce8-b8d3-4e76cbfd5d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1c91c2-97f7-4ce8-b8d3-4e76cbfd5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1EF2ACE-FA12-4971-8E92-55DB5BA38F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1c91c2-97f7-4ce8-b8d3-4e76cbfd5d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477</Words>
  <Application>Microsoft Office PowerPoint</Application>
  <PresentationFormat>Widescreen</PresentationFormat>
  <Paragraphs>125</Paragraphs>
  <Slides>15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Custom</vt:lpstr>
      <vt:lpstr>Custom</vt:lpstr>
      <vt:lpstr>NPIP User Manual</vt:lpstr>
      <vt:lpstr>Introduction</vt:lpstr>
      <vt:lpstr>Contents</vt:lpstr>
      <vt:lpstr>1. Dashboard</vt:lpstr>
      <vt:lpstr>Dashboard</vt:lpstr>
      <vt:lpstr>Network speed test</vt:lpstr>
      <vt:lpstr>Save graph</vt:lpstr>
      <vt:lpstr>2. Compare networks in a city</vt:lpstr>
      <vt:lpstr>Compare city</vt:lpstr>
      <vt:lpstr>3. Networks in different cities</vt:lpstr>
      <vt:lpstr>Compare networks</vt:lpstr>
      <vt:lpstr>Compare Multiple Networks</vt:lpstr>
      <vt:lpstr>3. Network over time analysis</vt:lpstr>
      <vt:lpstr>Time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cp:revision>782</cp:revision>
  <dcterms:created xsi:type="dcterms:W3CDTF">2024-01-04T07:32:45Z</dcterms:created>
  <dcterms:modified xsi:type="dcterms:W3CDTF">2024-09-20T05:53:03Z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0x01010022B1207410A74448BB213E5CBDF3C7DD</vt:lpwstr>
  </property>
</Properties>
</file>